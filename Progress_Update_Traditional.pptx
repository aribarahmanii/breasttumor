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0387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Segmentation Techniques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D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Tumor Segmentation Using Deep Learning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Ariba Rahmani  |  25MSCSCPY0016  |  M.Sc. CS (DA)  |  Guide: Dr. Jayalakshmi S.L.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Segmentation Means Here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isn't just classification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9601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would only ask: is this scan benign or malignant?
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instead marks out the exact pixels that belong to the tumor — giving its boundary, size, and shape, not just a yes/no label.
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trains models to predict that pixel-level mask directly from breast ultrasound images.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Ariba Rahmani  |  25MSCSCPY0016  |  Breast Tumor Segmentation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Techniques Explored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classical, non-learning methods tried first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Otsu Thresholding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023360" y="19202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one global brightness cutoff from the image's histogram.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23360" y="29260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pixels into clusters by intensity similarity, no fixed threshold.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Contour (Chan-Vese)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23360" y="39319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a rough boundary and lets it shrink toward real edges.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Ariba Rahmani  |  25MSCSCPY0016  |  Breast Tumor Segmentation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Dice score across a sample of test images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7315200" cy="18288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Dice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Otsu Thresholding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Clustering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Contour (Chan-Vese)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ranges 0 to 1. All three scored low — expected, and explained on the next slide.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Ariba Rahmani  |  25MSCSCPY0016  |  Breast Tumor Segmentation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Scores Are 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finding, not a failed experiment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241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three methods learn anything from the data — each applies the same fixed rule to every image, regardless of what a tumor actually looks like.
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ultrasound images have speckle noise (a grainy texture from the imaging process itself) and lesions that vary a lot in brightness from case to case. A method with no way to learn what a tumor generally looks like cannot adapt to that variation.
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historical reason the field moved toward deep learning for this task — these results demonstrate that reason directly.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Ariba Rahmani  |  25MSCSCPY0016  |  Breast Tumor Segmentation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fixed rules to learned models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— U-Net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0" y="19202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filters directly from training images and masks.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Weakly-supervised — Grad-CAM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89120" y="28346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benign/malignant labels only, no masks needed.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 — Mask R-CNN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89120" y="37490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individual lesions, then segments within each one.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model — MedSAM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89120" y="46634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large medical imaging data; segments from a simple box prompt.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Ariba Rahmani  |  25MSCSCPY0016  |  Breast Tumor Segmentation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</Words>
  <Application>Microsoft Office PowerPoint</Application>
  <PresentationFormat>Widescreen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ariba rahmani</cp:lastModifiedBy>
  <cp:revision>1</cp:revision>
  <dcterms:created xsi:type="dcterms:W3CDTF">2026-08-10T19:26:17Z</dcterms:created>
  <dcterms:modified xsi:type="dcterms:W3CDTF">2026-08-10T19:28:48Z</dcterms:modified>
</cp:coreProperties>
</file>